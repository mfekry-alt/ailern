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3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5F"/>
    <a:srgbClr val="E96539"/>
    <a:srgbClr val="FCE5DB"/>
    <a:srgbClr val="FBDDC8"/>
    <a:srgbClr val="FEF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ea typeface="Poppins" panose="00000500000000000000" charset="0"/>
                <a:cs typeface="Poppins" panose="00000500000000000000" charset="0"/>
              </a:rPr>
            </a:fld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ea typeface="Poppins" panose="00000500000000000000" charset="0"/>
                <a:cs typeface="Poppins" panose="00000500000000000000" charset="0"/>
              </a:rPr>
            </a:fld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>
                <a:latin typeface="Segoe UI" panose="020B0502040204020203" charset="0"/>
                <a:cs typeface="Segoe UI" panose="020B0502040204020203" charset="0"/>
                <a:sym typeface="Poppins" panose="00000500000000000000" charset="0"/>
              </a:defRPr>
            </a:lvl1pPr>
          </a:lstStyle>
          <a:p>
            <a:r>
              <a:rPr lang="en-US">
                <a:latin typeface="Poppins SemiBold" panose="00000700000000000000" charset="0"/>
                <a:cs typeface="Poppins SemiBold" panose="00000700000000000000" charset="0"/>
                <a:sym typeface="+mn-ea"/>
              </a:rPr>
              <a:t>Create new slides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ym typeface="Poppins" panose="0000050000000000000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Start working immediately with【blank slide】 or save time by selecting a template that fits your needs.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Click【New】&gt;【slides】, and select or search for the desired template.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Become a WPS Pro with a huge library of templates and unlimited downloads.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Poppins" panose="00000500000000000000" charset="0"/>
          <a:cs typeface="Poppins" panose="000005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EF1F7"/>
            </a:gs>
            <a:gs pos="55000">
              <a:srgbClr val="FCE5DB"/>
            </a:gs>
            <a:gs pos="0">
              <a:srgbClr val="FBDDC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3340100" y="1983740"/>
            <a:ext cx="64763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8800"/>
              <a:t>test slide </a:t>
            </a:r>
            <a:endParaRPr lang="en-US" sz="8800"/>
          </a:p>
        </p:txBody>
      </p:sp>
    </p:spTree>
  </p:cSld>
  <p:clrMapOvr>
    <a:masterClrMapping/>
  </p:clrMapOvr>
  <p:transition advTm="1124"/>
</p:sld>
</file>

<file path=ppt/tags/tag1.xml><?xml version="1.0" encoding="utf-8"?>
<p:tagLst xmlns:p="http://schemas.openxmlformats.org/presentationml/2006/main">
  <p:tag name="KSO_WPP_MARK_KEY" val="b58b49e5-c38c-44d6-b277-dea011701d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Poppins</vt:lpstr>
      <vt:lpstr>AMGDT</vt:lpstr>
      <vt:lpstr>Segoe UI</vt:lpstr>
      <vt:lpstr>Poppins SemiBold</vt:lpstr>
      <vt:lpstr>Segoe UI Semibold</vt:lpstr>
      <vt:lpstr>Segoe UI Emoji</vt:lpstr>
      <vt:lpstr>Segoe UI Black</vt:lpstr>
      <vt:lpstr>Microsoft YaHei</vt:lpstr>
      <vt:lpstr>Arial Unicode MS</vt:lpstr>
      <vt:lpstr>Calibri Light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kingsoft</dc:creator>
  <cp:lastModifiedBy>Mohamed Fekry</cp:lastModifiedBy>
  <cp:revision>42</cp:revision>
  <dcterms:created xsi:type="dcterms:W3CDTF">2023-06-02T10:01:00Z</dcterms:created>
  <dcterms:modified xsi:type="dcterms:W3CDTF">2025-12-25T11:41:29Z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D144DA50029845B592269EA0CC150BE4_13</vt:lpwstr>
  </property>
  <property fmtid="{D5CDD505-2E9C-101B-9397-08002B2CF9AE}" pid="3" name="KSOProductBuildVer">
    <vt:lpwstr>1033-12.2.0.23196</vt:lpwstr>
  </property>
</Properties>
</file>